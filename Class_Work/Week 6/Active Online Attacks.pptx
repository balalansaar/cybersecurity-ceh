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8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4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85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4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1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5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3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21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89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21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C625882-AC60-4E9B-980B-625F6121B1D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4B354E0-DAB9-43AD-BEA6-63FF1392F28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79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Active Online Attacks: Hash Injection/Pass-the-Hash (</a:t>
            </a:r>
            <a:r>
              <a:rPr lang="en-US" dirty="0" err="1" smtClean="0"/>
              <a:t>PtH</a:t>
            </a:r>
            <a:r>
              <a:rPr lang="en-US" dirty="0" smtClean="0"/>
              <a:t>) Attack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by: Muhammad </a:t>
            </a:r>
            <a:r>
              <a:rPr lang="en-US" dirty="0" err="1" smtClean="0"/>
              <a:t>balal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Hash Injection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828799"/>
            <a:ext cx="10642600" cy="4348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b="1" dirty="0" smtClean="0"/>
          </a:p>
          <a:p>
            <a:pPr marL="0" indent="0">
              <a:buNone/>
            </a:pPr>
            <a:r>
              <a:rPr lang="en-US" sz="3200" b="1" dirty="0" smtClean="0"/>
              <a:t>Definition:</a:t>
            </a:r>
            <a:r>
              <a:rPr lang="en-US" sz="3200" dirty="0" smtClean="0"/>
              <a:t> It is a hacking trick where the attacker does </a:t>
            </a:r>
            <a:r>
              <a:rPr lang="en-US" sz="3200" b="1" dirty="0" smtClean="0"/>
              <a:t>not</a:t>
            </a:r>
            <a:r>
              <a:rPr lang="en-US" sz="3200" dirty="0" smtClean="0"/>
              <a:t> need your real password.</a:t>
            </a:r>
          </a:p>
          <a:p>
            <a:pPr marL="0" indent="0">
              <a:buNone/>
            </a:pPr>
            <a:r>
              <a:rPr lang="en-US" sz="3200" b="1" dirty="0" smtClean="0"/>
              <a:t>The "Hash":</a:t>
            </a:r>
            <a:r>
              <a:rPr lang="en-US" sz="3200" dirty="0" smtClean="0"/>
              <a:t> When you type a password, Windows changes it into a </a:t>
            </a:r>
            <a:r>
              <a:rPr lang="en-US" sz="3200" dirty="0" smtClean="0"/>
              <a:t>code </a:t>
            </a:r>
            <a:r>
              <a:rPr lang="en-US" sz="3200" dirty="0" smtClean="0"/>
              <a:t>called a </a:t>
            </a:r>
            <a:r>
              <a:rPr lang="en-US" sz="3200" b="1" dirty="0" smtClean="0"/>
              <a:t>"Hash.“</a:t>
            </a:r>
          </a:p>
        </p:txBody>
      </p:sp>
    </p:spTree>
    <p:extLst>
      <p:ext uri="{BB962C8B-B14F-4D97-AF65-F5344CB8AC3E}">
        <p14:creationId xmlns:p14="http://schemas.microsoft.com/office/powerpoint/2010/main" val="365230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Step-by-Step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 smtClean="0"/>
              <a:t>Admin Login:</a:t>
            </a:r>
            <a:r>
              <a:rPr lang="en-US" sz="2800" dirty="0" smtClean="0"/>
              <a:t> An Admin logs into a computer. Windows saves their </a:t>
            </a:r>
            <a:r>
              <a:rPr lang="en-US" sz="2800" b="1" dirty="0" smtClean="0"/>
              <a:t>Hash</a:t>
            </a:r>
            <a:r>
              <a:rPr lang="en-US" sz="2800" dirty="0" smtClean="0"/>
              <a:t> in the computer's memory (RAM).</a:t>
            </a:r>
          </a:p>
          <a:p>
            <a:pPr algn="just"/>
            <a:r>
              <a:rPr lang="en-US" sz="2800" b="1" dirty="0" smtClean="0"/>
              <a:t>Attacker Entry:</a:t>
            </a:r>
            <a:r>
              <a:rPr lang="en-US" sz="2800" dirty="0" smtClean="0"/>
              <a:t> The attacker gets into the computer using a small bug or a virus.</a:t>
            </a:r>
          </a:p>
          <a:p>
            <a:pPr algn="just"/>
            <a:r>
              <a:rPr lang="en-US" sz="2800" b="1" dirty="0" smtClean="0"/>
              <a:t>Stealing the Hash:</a:t>
            </a:r>
            <a:r>
              <a:rPr lang="en-US" sz="2800" dirty="0" smtClean="0"/>
              <a:t> The attacker uses a tool (like </a:t>
            </a:r>
            <a:r>
              <a:rPr lang="en-US" sz="2800" b="1" dirty="0" err="1" smtClean="0"/>
              <a:t>Mimikatz</a:t>
            </a:r>
            <a:r>
              <a:rPr lang="en-US" sz="2800" dirty="0" smtClean="0"/>
              <a:t>) to find and copy the Admin's Hash from the memory.</a:t>
            </a:r>
          </a:p>
          <a:p>
            <a:pPr algn="just"/>
            <a:r>
              <a:rPr lang="en-US" sz="2800" b="1" dirty="0" smtClean="0"/>
              <a:t>Logging In:</a:t>
            </a:r>
            <a:r>
              <a:rPr lang="en-US" sz="2800" dirty="0" smtClean="0"/>
              <a:t> The attacker "injects" (pastes) that Hash into their own session. Now, the network thinks the attacker is the real admin.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656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Why it is Dangerous &amp; How to Stop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400" b="1" dirty="0" smtClean="0"/>
              <a:t>The Big Risk:</a:t>
            </a:r>
            <a:r>
              <a:rPr lang="en-US" sz="4400" dirty="0" smtClean="0"/>
              <a:t> The attacker can move from one computer to another until they control the whole network. They don't need to guess your password.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884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to Stop It: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LSA Protection:</a:t>
            </a:r>
            <a:r>
              <a:rPr lang="en-US" sz="2800" dirty="0" smtClean="0"/>
              <a:t> A Windows setting that hides hashes from hackers.</a:t>
            </a:r>
          </a:p>
          <a:p>
            <a:endParaRPr lang="en-US" sz="2800" dirty="0"/>
          </a:p>
          <a:p>
            <a:r>
              <a:rPr lang="en-US" sz="2800" b="1" dirty="0" smtClean="0"/>
              <a:t>Restricted Admin:</a:t>
            </a:r>
            <a:r>
              <a:rPr lang="en-US" sz="2800" dirty="0" smtClean="0"/>
              <a:t> Don't let Admins log into "unsafe" or "normal" computers.</a:t>
            </a:r>
          </a:p>
          <a:p>
            <a:endParaRPr lang="en-US" sz="2800" dirty="0"/>
          </a:p>
          <a:p>
            <a:r>
              <a:rPr lang="en-US" sz="2800" b="1" dirty="0" smtClean="0"/>
              <a:t>Update Windows:</a:t>
            </a:r>
            <a:r>
              <a:rPr lang="en-US" sz="2800" dirty="0" smtClean="0"/>
              <a:t> Always keep the system updated to fix security holes.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671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Injection/Pass-the-Hash (</a:t>
            </a:r>
            <a:r>
              <a:rPr lang="en-US" dirty="0" err="1" smtClean="0"/>
              <a:t>PtH</a:t>
            </a:r>
            <a:r>
              <a:rPr lang="en-US" dirty="0" smtClean="0"/>
              <a:t>) Attack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469" y="2058270"/>
            <a:ext cx="10800331" cy="327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7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b="1" dirty="0" smtClean="0"/>
              <a:t>Exploit (Initial Entry)</a:t>
            </a:r>
          </a:p>
          <a:p>
            <a:pPr marL="0" indent="0" algn="just">
              <a:buNone/>
            </a:pPr>
            <a:r>
              <a:rPr lang="en-US" sz="2800" dirty="0" smtClean="0"/>
              <a:t>The hacker first finds a weakness (vulnerability) in one computer on the network. They use this weakness to get inside and take control of that single workstation.</a:t>
            </a:r>
          </a:p>
          <a:p>
            <a:pPr algn="just"/>
            <a:r>
              <a:rPr lang="en-US" sz="2800" b="1" dirty="0" smtClean="0"/>
              <a:t>Extract (Stealing the Hash)</a:t>
            </a:r>
          </a:p>
          <a:p>
            <a:pPr marL="0" indent="0" algn="just">
              <a:buNone/>
            </a:pPr>
            <a:r>
              <a:rPr lang="en-US" sz="2800" dirty="0" smtClean="0"/>
              <a:t>Once inside, the hacker uses a special tool called </a:t>
            </a:r>
            <a:r>
              <a:rPr lang="en-US" sz="2800" b="1" dirty="0" err="1" smtClean="0"/>
              <a:t>Mimikatz</a:t>
            </a:r>
            <a:r>
              <a:rPr lang="en-US" sz="2800" dirty="0" smtClean="0"/>
              <a:t>. This tool looks into the computer's memory and finds the </a:t>
            </a:r>
            <a:r>
              <a:rPr lang="en-US" sz="2800" b="1" dirty="0" smtClean="0"/>
              <a:t>Hash</a:t>
            </a:r>
            <a:r>
              <a:rPr lang="en-US" sz="2800" dirty="0" smtClean="0"/>
              <a:t> (the coded password) of a </a:t>
            </a:r>
            <a:r>
              <a:rPr lang="en-US" sz="2800" b="1" dirty="0" smtClean="0"/>
              <a:t>Domain Admin</a:t>
            </a:r>
            <a:r>
              <a:rPr lang="en-US" sz="2800" dirty="0" smtClean="0"/>
              <a:t> who logged in there recently.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03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 smtClean="0"/>
              <a:t>Inject (The Identity Theft)</a:t>
            </a:r>
          </a:p>
          <a:p>
            <a:pPr marL="0" indent="0" algn="just">
              <a:buNone/>
            </a:pPr>
            <a:r>
              <a:rPr lang="en-US" sz="2800" dirty="0" smtClean="0"/>
              <a:t>The hacker takes that stolen Admin Hash and puts it (injects it) into their own computer’s </a:t>
            </a:r>
            <a:r>
              <a:rPr lang="en-US" sz="2800" b="1" dirty="0" smtClean="0"/>
              <a:t>lsass.exe</a:t>
            </a:r>
            <a:r>
              <a:rPr lang="en-US" sz="2800" dirty="0" smtClean="0"/>
              <a:t> process. Now, the hacker's computer "thinks" the hacker is actually the Domain Admin.</a:t>
            </a:r>
          </a:p>
          <a:p>
            <a:pPr algn="just"/>
            <a:r>
              <a:rPr lang="en-US" sz="2800" b="1" dirty="0" smtClean="0"/>
              <a:t>Full Control (Total Takeover)</a:t>
            </a:r>
          </a:p>
          <a:p>
            <a:pPr marL="0" indent="0" algn="just">
              <a:buNone/>
            </a:pPr>
            <a:r>
              <a:rPr lang="en-US" sz="2800" dirty="0"/>
              <a:t>F</a:t>
            </a:r>
            <a:r>
              <a:rPr lang="en-US" sz="2800" dirty="0" smtClean="0"/>
              <a:t>inally, the hacker reaches the </a:t>
            </a:r>
            <a:r>
              <a:rPr lang="en-US" sz="2800" b="1" dirty="0" smtClean="0"/>
              <a:t>Active Directory</a:t>
            </a:r>
            <a:r>
              <a:rPr lang="en-US" sz="2800" dirty="0" smtClean="0"/>
              <a:t> (the network's brain). They steal every single hash for every user in the company. Now, the hacker has total control over the entire network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235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Attack: Overpass-the-Hash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 smtClean="0"/>
              <a:t>Definition:</a:t>
            </a:r>
            <a:r>
              <a:rPr lang="en-US" sz="3200" dirty="0" smtClean="0"/>
              <a:t> It </a:t>
            </a:r>
            <a:r>
              <a:rPr lang="en-US" sz="3200" dirty="0" smtClean="0"/>
              <a:t>is an advanced version of the "Pass-the-Hash" attack.</a:t>
            </a:r>
          </a:p>
          <a:p>
            <a:endParaRPr lang="en-US" sz="3200" dirty="0" smtClean="0"/>
          </a:p>
          <a:p>
            <a:r>
              <a:rPr lang="en-US" sz="3200" b="1" dirty="0" smtClean="0"/>
              <a:t>The </a:t>
            </a:r>
            <a:r>
              <a:rPr lang="en-US" sz="3200" b="1" dirty="0" err="1" smtClean="0"/>
              <a:t>Goal:</a:t>
            </a:r>
            <a:r>
              <a:rPr lang="en-US" sz="3200" dirty="0" err="1" smtClean="0"/>
              <a:t>T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attacker wants to get a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Kerberos Ticket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move freely in the network</a:t>
            </a:r>
            <a:endParaRPr lang="en-US" sz="32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80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 smtClean="0"/>
              <a:t>Extract:</a:t>
            </a:r>
            <a:r>
              <a:rPr lang="en-US" sz="2800" dirty="0" smtClean="0"/>
              <a:t> Hacker uses </a:t>
            </a:r>
            <a:r>
              <a:rPr lang="en-US" sz="2800" b="1" dirty="0" err="1" smtClean="0"/>
              <a:t>Mimikatz</a:t>
            </a:r>
            <a:r>
              <a:rPr lang="en-US" sz="2800" dirty="0" smtClean="0"/>
              <a:t> to steal the NTLM hash or AES keys from the computer's memory (</a:t>
            </a:r>
            <a:r>
              <a:rPr lang="en-US" sz="2800" b="1" dirty="0" smtClean="0"/>
              <a:t>LSASS</a:t>
            </a:r>
            <a:r>
              <a:rPr lang="en-US" sz="2800" dirty="0" smtClean="0"/>
              <a:t>).</a:t>
            </a:r>
          </a:p>
          <a:p>
            <a:pPr algn="just"/>
            <a:r>
              <a:rPr lang="en-US" sz="2800" b="1" dirty="0" smtClean="0"/>
              <a:t>Request:</a:t>
            </a:r>
            <a:r>
              <a:rPr lang="en-US" sz="2800" dirty="0" smtClean="0"/>
              <a:t> The hacker sends this hash to the </a:t>
            </a:r>
            <a:r>
              <a:rPr lang="en-US" sz="2800" b="1" dirty="0" smtClean="0"/>
              <a:t>Domain Controller (DC)</a:t>
            </a:r>
            <a:r>
              <a:rPr lang="en-US" sz="2800" dirty="0" smtClean="0"/>
              <a:t> and asks for a Kerberos ticket.</a:t>
            </a:r>
          </a:p>
          <a:p>
            <a:pPr algn="just"/>
            <a:r>
              <a:rPr lang="en-US" sz="2800" b="1" dirty="0" smtClean="0"/>
              <a:t>Authenticate:</a:t>
            </a:r>
            <a:r>
              <a:rPr lang="en-US" sz="2800" dirty="0" smtClean="0"/>
              <a:t> The server thinks the request is from the real user because the hash is correct. It sends back a </a:t>
            </a:r>
            <a:r>
              <a:rPr lang="en-US" sz="2800" b="1" dirty="0" smtClean="0"/>
              <a:t>TGT (Ticket)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b="1" dirty="0" smtClean="0"/>
              <a:t>Access:</a:t>
            </a:r>
            <a:r>
              <a:rPr lang="en-US" sz="2800" dirty="0" smtClean="0"/>
              <a:t> The hacker now has a valid ticket. They can enter any server or folder in the network without a password.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58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45251" y="3081528"/>
            <a:ext cx="5230369" cy="3090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Shows </a:t>
            </a:r>
            <a:r>
              <a:rPr lang="en-US" sz="2800" b="1" dirty="0"/>
              <a:t>NTLM hash</a:t>
            </a:r>
            <a:r>
              <a:rPr lang="en-US" sz="2800" dirty="0"/>
              <a:t> → encrypted version of </a:t>
            </a:r>
            <a:r>
              <a:rPr lang="en-US" sz="2800" dirty="0" smtClean="0"/>
              <a:t>password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11" y="585216"/>
            <a:ext cx="5123857" cy="4127373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394961" y="89021"/>
            <a:ext cx="53309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Username: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notadmin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Remote (user logged in from another computer)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Logon Server: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CTDC01 (the system that verified the login)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when the user logged in 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unique ID of the user 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480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77080" y="2462624"/>
            <a:ext cx="1141492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user is logged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memory shows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data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see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hashes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real password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data comes from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LSASS (Windows security process)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4077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 smtClean="0"/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endParaRPr lang="en-US" sz="4000" dirty="0" smtClean="0"/>
          </a:p>
          <a:p>
            <a:pPr marL="0" indent="0" algn="ctr">
              <a:buNone/>
            </a:pPr>
            <a:r>
              <a:rPr lang="en-US" sz="4000" dirty="0" smtClean="0"/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58954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46</TotalTime>
  <Words>613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Tw Cen MT</vt:lpstr>
      <vt:lpstr>Tw Cen MT Condensed</vt:lpstr>
      <vt:lpstr>Wingdings 3</vt:lpstr>
      <vt:lpstr>Integral</vt:lpstr>
      <vt:lpstr>Active Online Attacks: Hash Injection/Pass-the-Hash (PtH) Attack</vt:lpstr>
      <vt:lpstr>Introduction to Hash Injection</vt:lpstr>
      <vt:lpstr>Step-by-Step Process</vt:lpstr>
      <vt:lpstr> Why it is Dangerous &amp; How to Stop it</vt:lpstr>
      <vt:lpstr>How to Stop It: </vt:lpstr>
      <vt:lpstr>Hash Injection/Pass-the-Hash (PtH) Attack</vt:lpstr>
      <vt:lpstr>PowerPoint Presentation</vt:lpstr>
      <vt:lpstr>PowerPoint Presentation</vt:lpstr>
      <vt:lpstr>Advanced Attack: Overpass-the-Hash</vt:lpstr>
      <vt:lpstr>PowerPoint Presentation</vt:lpstr>
      <vt:lpstr>Username: notadmin  Session: Remote (user logged in from another computer)  Logon Server: CTDC01 (the system that verified the login)  Time: shows when the user logged in  SID: unique ID of the user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Online Attacks: Hash Injection/Pass-the-Hash (PtH) Attack</dc:title>
  <dc:creator>ThinkPad</dc:creator>
  <cp:lastModifiedBy>ThinkPad</cp:lastModifiedBy>
  <cp:revision>12</cp:revision>
  <dcterms:created xsi:type="dcterms:W3CDTF">2026-04-19T18:29:30Z</dcterms:created>
  <dcterms:modified xsi:type="dcterms:W3CDTF">2026-04-20T13:37:03Z</dcterms:modified>
</cp:coreProperties>
</file>